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CITEXA</a:t>
            </a:r>
          </a:p>
          <a:p>
            <a:pPr>
              <a:spcBef>
                <a:spcPts val="1000"/>
              </a:spcBef>
              <a:defRPr sz="2800">
                <a:solidFill>
                  <a:srgbClr val="3B82F6"/>
                </a:solidFill>
                <a:latin typeface="Arial"/>
              </a:defRPr>
            </a:pPr>
            <a:r>
              <a:t>AI Search Visibility &amp; AEO Platform</a:t>
            </a:r>
          </a:p>
          <a:p>
            <a:pPr>
              <a:spcBef>
                <a:spcPts val="3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Optimizing digital footprints for LLMs, Chatbots, and Answer Engines.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MARKET CONTEXT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Shift from SEO to AEO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Traditional Search is Evolving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Users are shifting from Google standard keyword search to LLM-powered interfaces (ChatGPT, Gemini, Perplexity).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Synthesis Over Links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AI Answer Engines synthesize unified responses from top sources directly on the results page, reducing click-through rates.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AEO (Answer Engine Optimization)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The next frontier of marketing. Websites must structure their data so that LLMs can easily fetch, cite, and recommend their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PRODUCT ARCHITECTURE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Citexa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Centralized AEO Management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An all-in-one SaaS platform enabling brands to measure, track, and improve their search visibility across LLM search engines.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Wikipedia &amp; RAG Integration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Uses Retrieval-Augmented Generation (RAG) context along with LLM assessment models to evaluate how AI crawlers index brand assets.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Actionable Marketing Recommendations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Automatically highlights gap areas (e.g., missing Schema markup, poor entity mapping) to secure first-tier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FEATURE WALKTHROUGH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Core Features &amp;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AI Visibility Audits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Runs multi-layered technical audits testing FAQ pages, JSON-LD Schema markup, structured content readiness, and citation velocity scores.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Competitor Landscape Tracking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Compares your website to industry competitors, highlighting visibility scores, strengths, weaknesses, and direct takeover opportunities.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Dynamic Schema Generators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Instant creation of optimized JSON-LD schema scripts (FAQPage and LocalBusiness profiles) to increase semantic crawlability.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TECHNICAL ARCHITECTURE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 Stack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Modern Frontend Stack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Built using Next.js 16 (React 19) and Tailwind CSS, featuring smooth UI micro-animations powered by Framer Motion. Hosted on Vercel.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Robust Backend Engine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Developed using FastAPI, SQLAlchemy (ORM), and PostgreSQL with automated fallback to SQLite database for offline or local dev instances.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External APIs &amp; Background Tasks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Seamlessly integrates with OpenAI (GPT-4o-mini) and Wikipedia API using background tasks for heavy analysis queues, ensuring non-blocking request handlers.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ENGINEERING MILESTONES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Recent Optimization Accomplishments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Lazy Database Connection Verification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Removed import-time synchronous database connection checks. The connection fallback is now lazy (95%+ reduction in module-load latency).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Competitor Analytics Upgrades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Added website selector dropdown to support multiple domains and built a real-time auto-polling hook using React state, automatically updating completed analysis.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Secure Report Generation &amp; Streaming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Implemented reports API endpoints that compile custom TXT/HTML files and stream secure downloads using Blob url fetching with Bearer Authorization.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GROWTH &amp; FUTURE</a:t>
            </a:r>
          </a:p>
          <a:p>
            <a:pPr>
              <a:spcBef>
                <a:spcPts val="5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Automated PDF Reports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Upgrading the `.txt` reports compile system to generate beautiful, branding-customized `.pdf` reports for clients.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Proactive AI Agent Audits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Autonomous cron jobs that automatically audit tracked websites daily and notify owners via email if visibility indices drop.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Multi-platform Integration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Extending competitor RAG indexers to include Perplexity API, Reddit, and specific tech blogs for a wider index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